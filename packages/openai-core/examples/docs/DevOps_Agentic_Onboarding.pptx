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DevOps Agentic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smart, AI-powered agent that:</a:t>
            </a:r>
          </a:p>
          <a:p>
            <a:r>
              <a:t>  - Automatically analyzes software projects.</a:t>
            </a:r>
          </a:p>
          <a:p>
            <a:r>
              <a:t>  - Retrieves static and dynamic code scan results.</a:t>
            </a:r>
          </a:p>
          <a:p>
            <a:r>
              <a:t>  - Provides a concise, actionable summary.</a:t>
            </a:r>
          </a:p>
          <a:p>
            <a:r>
              <a:t>• Assists developers, DevOps, and security engineers.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Automate Code Scan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review of scan results is time-consuming and error-prone.</a:t>
            </a:r>
          </a:p>
          <a:p>
            <a:r>
              <a:t>• DevSecOps requires real-time, automated insights.</a:t>
            </a:r>
          </a:p>
          <a:p>
            <a:r>
              <a:t>• Ensures consistency across teams.</a:t>
            </a:r>
          </a:p>
          <a:p>
            <a:r>
              <a:t>• Accelerates onboarding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How the Agentic Architecture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09728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Bedrock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09728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MCP Server</a:t>
            </a:r>
          </a:p>
          <a:p>
            <a:r>
              <a:t>(Scan &amp; Analyze)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46888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Bedrock Agent</a:t>
            </a:r>
          </a:p>
          <a:p>
            <a:r>
              <a:t>(Summarize)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UI Output</a:t>
            </a:r>
          </a:p>
          <a:p>
            <a:r>
              <a:t>(Summary)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286000" y="0"/>
            <a:ext cx="0" cy="1554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2286000" y="0"/>
            <a:ext cx="2286000" cy="1554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-2286000" y="0"/>
            <a:ext cx="9144000" cy="1554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-2286000" y="0"/>
            <a:ext cx="6858000" cy="2926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